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ed87fe940044ab3" /><Relationship Type="http://schemas.openxmlformats.org/officeDocument/2006/relationships/extended-properties" Target="/docProps/app.xml" Id="R67a7381e91a04249" /><Relationship Type="http://schemas.openxmlformats.org/officeDocument/2006/relationships/officeDocument" Target="/ppt/presentation.xml" Id="Rdaea6820c02146e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99752fba75748d5"/>
  </p:sldMasterIdLst>
  <p:notesMasterIdLst>
    <p:notesMasterId xmlns:r="http://schemas.openxmlformats.org/officeDocument/2006/relationships" r:id="R858c40dce7124136"/>
  </p:notesMasterIdLst>
  <p:sldIdLst>
    <p:sldId xmlns:r="http://schemas.openxmlformats.org/officeDocument/2006/relationships" id="256" r:id="R665db51e59ac4855"/>
    <p:sldId xmlns:r="http://schemas.openxmlformats.org/officeDocument/2006/relationships" id="257" r:id="R84c7c67646674516"/>
    <p:sldId xmlns:r="http://schemas.openxmlformats.org/officeDocument/2006/relationships" id="258" r:id="Rf2c73418e2f942c8"/>
    <p:sldId xmlns:r="http://schemas.openxmlformats.org/officeDocument/2006/relationships" id="259" r:id="Rdcd6c5569f1041fb"/>
    <p:sldId xmlns:r="http://schemas.openxmlformats.org/officeDocument/2006/relationships" id="260" r:id="Rd7aef42435df4b5e"/>
    <p:sldId xmlns:r="http://schemas.openxmlformats.org/officeDocument/2006/relationships" id="261" r:id="Re88d38e202044b43"/>
    <p:sldId xmlns:r="http://schemas.openxmlformats.org/officeDocument/2006/relationships" id="262" r:id="Rc769764f4abb4232"/>
    <p:sldId xmlns:r="http://schemas.openxmlformats.org/officeDocument/2006/relationships" id="263" r:id="R4e7a192a2345440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82148a22d084e2f" /><Relationship Type="http://schemas.openxmlformats.org/officeDocument/2006/relationships/slideMaster" Target="/ppt/slideMasters/slideMaster1.xml" Id="R699752fba75748d5" /><Relationship Type="http://schemas.openxmlformats.org/officeDocument/2006/relationships/notesMaster" Target="/ppt/notesMasters/notesMaster1.xml" Id="R858c40dce7124136" /><Relationship Type="http://schemas.openxmlformats.org/officeDocument/2006/relationships/presProps" Target="/ppt/presProps.xml" Id="R95cc21677fc34aa0" /><Relationship Type="http://schemas.openxmlformats.org/officeDocument/2006/relationships/viewProps" Target="/ppt/viewProps.xml" Id="R34a640834def487b" /><Relationship Type="http://schemas.openxmlformats.org/officeDocument/2006/relationships/tableStyles" Target="/ppt/tableStyles.xml" Id="Rd7e7285048f1437f" /><Relationship Type="http://schemas.openxmlformats.org/officeDocument/2006/relationships/slide" Target="/ppt/slides/slide1.xml" Id="R665db51e59ac4855" /><Relationship Type="http://schemas.openxmlformats.org/officeDocument/2006/relationships/slide" Target="/ppt/slides/slide2.xml" Id="R84c7c67646674516" /><Relationship Type="http://schemas.openxmlformats.org/officeDocument/2006/relationships/slide" Target="/ppt/slides/slide3.xml" Id="Rf2c73418e2f942c8" /><Relationship Type="http://schemas.openxmlformats.org/officeDocument/2006/relationships/slide" Target="/ppt/slides/slide4.xml" Id="Rdcd6c5569f1041fb" /><Relationship Type="http://schemas.openxmlformats.org/officeDocument/2006/relationships/slide" Target="/ppt/slides/slide5.xml" Id="Rd7aef42435df4b5e" /><Relationship Type="http://schemas.openxmlformats.org/officeDocument/2006/relationships/slide" Target="/ppt/slides/slide6.xml" Id="Re88d38e202044b43" /><Relationship Type="http://schemas.openxmlformats.org/officeDocument/2006/relationships/slide" Target="/ppt/slides/slide7.xml" Id="Rc769764f4abb4232" /><Relationship Type="http://schemas.openxmlformats.org/officeDocument/2006/relationships/slide" Target="/ppt/slides/slide8.xml" Id="R4e7a192a2345440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afecf07f7874dc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8fbc15bbd164f19" /><Relationship Type="http://schemas.openxmlformats.org/officeDocument/2006/relationships/notesMaster" Target="/ppt/notesMasters/notesMaster1.xml" Id="R8761523a7d5e4ea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115a8e1c3bc469e" /><Relationship Type="http://schemas.openxmlformats.org/officeDocument/2006/relationships/notesMaster" Target="/ppt/notesMasters/notesMaster1.xml" Id="R731e42e1a7814ad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5c85a4176834132" /><Relationship Type="http://schemas.openxmlformats.org/officeDocument/2006/relationships/notesMaster" Target="/ppt/notesMasters/notesMaster1.xml" Id="Rfcd3c8fbcdcb424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d88383f1496437a" /><Relationship Type="http://schemas.openxmlformats.org/officeDocument/2006/relationships/notesMaster" Target="/ppt/notesMasters/notesMaster1.xml" Id="Rdaab6b9571d2495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4e224998a524ecd" /><Relationship Type="http://schemas.openxmlformats.org/officeDocument/2006/relationships/notesMaster" Target="/ppt/notesMasters/notesMaster1.xml" Id="R7c85b3d48a454c2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92980d3155e44f9" /><Relationship Type="http://schemas.openxmlformats.org/officeDocument/2006/relationships/notesMaster" Target="/ppt/notesMasters/notesMaster1.xml" Id="R996ab45e6d4d4cf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94ccf768a0e4f5f" /><Relationship Type="http://schemas.openxmlformats.org/officeDocument/2006/relationships/notesMaster" Target="/ppt/notesMasters/notesMaster1.xml" Id="Rae2871bb2c5f40e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87f5fe8d7af42df" /><Relationship Type="http://schemas.openxmlformats.org/officeDocument/2006/relationships/notesMaster" Target="/ppt/notesMasters/notesMaster1.xml" Id="R0a68b18b71154ba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55b6aa9ced4ad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7edebb927944ce5" /><Relationship Type="http://schemas.openxmlformats.org/officeDocument/2006/relationships/slideLayout" Target="/ppt/slideLayouts/slideLayout1.xml" Id="Re12245bd19104ff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12245bd19104ff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4decd2f43e43f3" /><Relationship Type="http://schemas.openxmlformats.org/officeDocument/2006/relationships/image" Target="/ppt/media/image.png" Id="Rfdda58f0dd404aed" /><Relationship Type="http://schemas.openxmlformats.org/officeDocument/2006/relationships/notesSlide" Target="/ppt/notesSlides/notesSlide1.xml" Id="R5f25e49a1864456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ffb94d68e14059" /><Relationship Type="http://schemas.openxmlformats.org/officeDocument/2006/relationships/notesSlide" Target="/ppt/notesSlides/notesSlide2.xml" Id="R9f75ec06b34048b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7e87521af8400a" /><Relationship Type="http://schemas.openxmlformats.org/officeDocument/2006/relationships/notesSlide" Target="/ppt/notesSlides/notesSlide3.xml" Id="R70ffdb186c0e483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a0e645babf469f" /><Relationship Type="http://schemas.openxmlformats.org/officeDocument/2006/relationships/image" Target="/ppt/media/image2.png" Id="R0a457ef1e2894ef8" /><Relationship Type="http://schemas.openxmlformats.org/officeDocument/2006/relationships/notesSlide" Target="/ppt/notesSlides/notesSlide4.xml" Id="R6380cd02423e47a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4aafdc28c342dd" /><Relationship Type="http://schemas.openxmlformats.org/officeDocument/2006/relationships/image" Target="/ppt/media/image3.png" Id="R021237c7e06c4fd5" /><Relationship Type="http://schemas.openxmlformats.org/officeDocument/2006/relationships/notesSlide" Target="/ppt/notesSlides/notesSlide5.xml" Id="R818db00d6489429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d310fb79184e42" /><Relationship Type="http://schemas.openxmlformats.org/officeDocument/2006/relationships/notesSlide" Target="/ppt/notesSlides/notesSlide6.xml" Id="Ra19280828477458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b1d451f9704428" /><Relationship Type="http://schemas.openxmlformats.org/officeDocument/2006/relationships/notesSlide" Target="/ppt/notesSlides/notesSlide7.xml" Id="R1157b2126e18412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9798f3f5324b4e" /><Relationship Type="http://schemas.openxmlformats.org/officeDocument/2006/relationships/notesSlide" Target="/ppt/notesSlides/notesSlide8.xml" Id="R3c81931367f546c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4BAF7D-91D0-4232-82B7-F7FB01817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E9DAE8-5852-417F-B2BD-D9B0EA61F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55E7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55E73"/>
                </a:solidFill>
                <a:latin typeface="Aptos"/>
                <a:ea typeface="Aptos"/>
                <a:cs typeface="Aptos"/>
              </a:rPr>
              <a:t>TITLE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50F514-1854-4A73-B463-32C1BB2E9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72390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211A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16211A"/>
                </a:solidFill>
                <a:latin typeface="Aptos Display"/>
                <a:ea typeface="Aptos Display"/>
                <a:cs typeface="Aptos Display"/>
              </a:rPr>
              <a:t>RFP TrustRoom makes RFP response work visible, bounded, and reviewable.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D35F8D-4612-4360-82A0-4192230CA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05050"/>
            <a:ext cx="6477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A hackathon working prototype where specialized agents coordinate through Band-style handoffs to build an evidence-backed answer pack.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EB3A5E-C744-4719-B0CF-BAD42B9D9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57800"/>
            <a:ext cx="4953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FD44D1-20BB-48ED-BD14-EE0874706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1020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55E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5E73"/>
                </a:solidFill>
                <a:latin typeface="Aptos"/>
                <a:ea typeface="Aptos"/>
                <a:cs typeface="Aptos"/>
              </a:rPr>
              <a:t>PROOF OBJECT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B18947-CFFC-4276-9031-753CE6E72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38800"/>
            <a:ext cx="4476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Hybrid cover: real replay dashboard plus Intake -&gt; Evidence -&gt; Draft -&gt; Review -&gt; Approval -&gt; Final Pack path.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da58f0dd404aed"/>
          <a:stretch xmlns:a="http://schemas.openxmlformats.org/drawingml/2006/main"/>
        </p:blipFill>
        <p:spPr>
          <a:xfrm xmlns:a="http://schemas.openxmlformats.org/drawingml/2006/main">
            <a:off x="8651081" y="1104900"/>
            <a:ext cx="1414463" cy="31432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7A784D-F358-4C7B-9474-68E0E6F56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304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07C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07C72"/>
                </a:solidFill>
                <a:latin typeface="Aptos"/>
                <a:ea typeface="Aptos"/>
                <a:cs typeface="Aptos"/>
              </a:rPr>
              <a:t>RFP TrustRoom - Band of Agents Hackathon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EBE180-9984-421C-B0DB-F1CC772AB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2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07C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07C72"/>
                </a:solidFill>
                <a:latin typeface="Aptos"/>
                <a:ea typeface="Aptos"/>
                <a:cs typeface="Aptos"/>
              </a:rPr>
              <a:t>1/8</a:t>
            </a:r>
          </a:p>
        </p:txBody>
      </p:sp>
    </p:spTree>
    <p:extLst>
      <p:ext uri="{BB962C8B-B14F-4D97-AF65-F5344CB8AC3E}">
        <p14:creationId xmlns:p14="http://schemas.microsoft.com/office/powerpoint/2010/main" val="18219554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00AED7-2167-4997-B600-54504F83C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A6A045-6A7B-41D5-9C57-B4429C757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55E7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55E73"/>
                </a:solidFill>
                <a:latin typeface="Aptos"/>
                <a:ea typeface="Aptos"/>
                <a:cs typeface="Aptos"/>
              </a:rPr>
              <a:t>PAIN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850CDD-3F94-43DB-9F38-F199A5F62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72390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211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6211A"/>
                </a:solidFill>
                <a:latin typeface="Aptos Display"/>
                <a:ea typeface="Aptos Display"/>
                <a:cs typeface="Aptos Display"/>
              </a:rPr>
              <a:t>RFP and security questionnaires fail at the handoff, not only at generation.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8BF2D5-D938-48C5-8A53-2B046D484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05050"/>
            <a:ext cx="6477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Sales, security, product, legal and SME reviewers need fresh evidence, bounded wording, and visible accountability.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D948C6-C709-4592-96CB-0B4461EB9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57800"/>
            <a:ext cx="4953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0DE381-A933-4FAC-AAC1-B73E1CCD0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1020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55E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5E73"/>
                </a:solidFill>
                <a:latin typeface="Aptos"/>
                <a:ea typeface="Aptos"/>
                <a:cs typeface="Aptos"/>
              </a:rPr>
              <a:t>PROOF OBJECT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776D87-F380-484D-9FD9-8CF2FE7F6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38800"/>
            <a:ext cx="4476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Before-state workflow: scattered requests, stale evidence and risky commitments.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193052-1CCB-46B6-8B7E-336DF1A96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104900"/>
            <a:ext cx="4524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97F418-695A-4544-8F33-927168D8C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1219200"/>
            <a:ext cx="42576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Sales asks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B9BD8C-26B4-4E69-9ECE-4A34825A1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1466850"/>
            <a:ext cx="42576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request enters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0C6B8B-8143-4CB9-B617-3539941FE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924050"/>
            <a:ext cx="4524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E03D8C-B562-4787-87B6-1F4FDFF9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2038350"/>
            <a:ext cx="42576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Security finds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78D3A8-645B-4E03-AC35-8865CBD2E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2286000"/>
            <a:ext cx="42576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freshness checked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1A78C3-A9C7-455B-9312-A31494997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743200"/>
            <a:ext cx="4524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7A1AB6-50FE-4E3F-A475-44155C782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2857500"/>
            <a:ext cx="42576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Legal bounds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4CCD4B-6C62-4785-B1DC-BA8713237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3105150"/>
            <a:ext cx="42576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wording limited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DB5950-1D50-4E08-B8D0-769E0D163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562350"/>
            <a:ext cx="4524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3F4D99-5F75-4AEA-AF99-C58BD5358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3676650"/>
            <a:ext cx="42576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SME approves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00EC24-58FD-47A6-A35C-F93045A22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3924300"/>
            <a:ext cx="42576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scope recorded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9DB75D-EFDD-4C9B-AEB6-3BC985F03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4381500"/>
            <a:ext cx="4524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BACDA8-172D-405D-A3CB-B05E170C7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4495800"/>
            <a:ext cx="42576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Owner packs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8F7DC3-FDB4-47C2-B576-1DAC75B0A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4743450"/>
            <a:ext cx="42576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unsafe item retained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14A604-4973-43F4-8059-5A599AF5E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304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07C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07C72"/>
                </a:solidFill>
                <a:latin typeface="Aptos"/>
                <a:ea typeface="Aptos"/>
                <a:cs typeface="Aptos"/>
              </a:rPr>
              <a:t>RFP TrustRoom - Band of Agents Hackathon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BD344D-708F-42ED-973A-8206B6627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2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07C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07C72"/>
                </a:solidFill>
                <a:latin typeface="Aptos"/>
                <a:ea typeface="Aptos"/>
                <a:cs typeface="Aptos"/>
              </a:rPr>
              <a:t>2/8</a:t>
            </a:r>
          </a:p>
        </p:txBody>
      </p:sp>
    </p:spTree>
    <p:extLst>
      <p:ext uri="{BB962C8B-B14F-4D97-AF65-F5344CB8AC3E}">
        <p14:creationId xmlns:p14="http://schemas.microsoft.com/office/powerpoint/2010/main" val="117295268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9D73A95-87FD-4BF9-96A1-8DDC2A0BC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42C229-5A19-4A04-A533-B6B78DCD7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55E7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55E73"/>
                </a:solidFill>
                <a:latin typeface="Aptos"/>
                <a:ea typeface="Aptos"/>
                <a:cs typeface="Aptos"/>
              </a:rPr>
              <a:t>BAND LAYER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AA1E0F-CD78-480D-9954-B3B8B2A6C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72390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211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6211A"/>
                </a:solidFill>
                <a:latin typeface="Aptos Display"/>
                <a:ea typeface="Aptos Display"/>
                <a:cs typeface="Aptos Display"/>
              </a:rPr>
              <a:t>Band is the coordination layer, not a final notification channel.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98D4EE-A9B7-416B-829A-34683AAD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05050"/>
            <a:ext cx="6477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The demo path shows sender -&gt; receiver transitions, shared object refs, task states and a human approval gate.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0A5D1E-0D3A-4830-B5AF-5932B4291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57800"/>
            <a:ext cx="4953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CBE06F-429B-4639-9DFD-55F3D0C9B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1020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55E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5E73"/>
                </a:solidFill>
                <a:latin typeface="Aptos"/>
                <a:ea typeface="Aptos"/>
                <a:cs typeface="Aptos"/>
              </a:rPr>
              <a:t>PROOF OBJECT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D729E6-72FE-425A-804F-43E410895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38800"/>
            <a:ext cx="4476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Agent chain: orchestrator -&gt; decomposer -&gt; retriever -&gt; drafter -&gt; reviewer -&gt; human approver.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7D4036-91ED-4D2E-A2C1-03D968180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104900"/>
            <a:ext cx="2095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904A17-737F-4CA0-927B-1B238D9D1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121920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orchestrator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5B2513-8039-4AEA-82AB-0EA235BC2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1466850"/>
            <a:ext cx="1828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assigns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9822DB-638F-426B-9B94-D30CF417C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104900"/>
            <a:ext cx="2095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52820E-703D-40E6-A236-C49BE40FA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121920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decomposer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DB3A40-C3F2-4476-8F39-CEEC2A920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1466850"/>
            <a:ext cx="1828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triages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20756A-EE38-4D70-98DC-46D63B166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924050"/>
            <a:ext cx="2095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CAEB47-0BF5-40B5-83B0-3105A3B2A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203835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retriever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52FF8D-279F-4FE2-932A-E32AF6C92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2286000"/>
            <a:ext cx="1828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retrieves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6874BC-A72A-43EB-930B-4E17F0A43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924050"/>
            <a:ext cx="2095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19503F-CC13-4D8E-87F7-3A42896A6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03835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drafter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919AE4-76AF-4232-8988-82DADDF27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286000"/>
            <a:ext cx="1828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drafts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2FD29B-69FD-4CF6-A760-D7F00B961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743200"/>
            <a:ext cx="2095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7F2708-323B-4ACA-832F-DC849EA03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285750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reviewer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BE2F8B-7A5E-4F46-A8CC-F93DB0645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3105150"/>
            <a:ext cx="1828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challenges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63A572-CF37-4322-B4CA-61A369436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43200"/>
            <a:ext cx="2095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48856A-04E0-4E6D-BA01-852D298EC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85750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human approver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C1FD01-7C76-4E65-8842-1B08F830B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105150"/>
            <a:ext cx="1828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approves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6664F9-5A60-4EE2-951C-6B0C57494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304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07C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07C72"/>
                </a:solidFill>
                <a:latin typeface="Aptos"/>
                <a:ea typeface="Aptos"/>
                <a:cs typeface="Aptos"/>
              </a:rPr>
              <a:t>RFP TrustRoom - Band of Agents Hackathon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022A6E-CCFA-4AD0-8391-B2A27E660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2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07C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07C72"/>
                </a:solidFill>
                <a:latin typeface="Aptos"/>
                <a:ea typeface="Aptos"/>
                <a:cs typeface="Aptos"/>
              </a:rPr>
              <a:t>3/8</a:t>
            </a:r>
          </a:p>
        </p:txBody>
      </p:sp>
    </p:spTree>
    <p:extLst>
      <p:ext uri="{BB962C8B-B14F-4D97-AF65-F5344CB8AC3E}">
        <p14:creationId xmlns:p14="http://schemas.microsoft.com/office/powerpoint/2010/main" val="18906023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1E1EFF8-CFB3-4124-8E47-4DF4BA166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7EC3E8-9D32-4883-9ABE-8C4BD1FED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55E7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55E73"/>
                </a:solidFill>
                <a:latin typeface="Aptos"/>
                <a:ea typeface="Aptos"/>
                <a:cs typeface="Aptos"/>
              </a:rPr>
              <a:t>RUN TRACE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1E4B5A-0122-463F-8584-76C6B5B70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53340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211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6211A"/>
                </a:solidFill>
                <a:latin typeface="Aptos Display"/>
                <a:ea typeface="Aptos Display"/>
                <a:cs typeface="Aptos Display"/>
              </a:rPr>
              <a:t>Judges can verify the workflow from the first screen.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F34B3-ACBB-4A2B-A7AC-19872EAD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05050"/>
            <a:ext cx="5143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The route starts with Executive Decision, proof strip, Business Milestones and Agent Handoff Chain before raw logs.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9E1D57-F8B7-426D-94DA-CA53715B3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57800"/>
            <a:ext cx="4953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807B70-0A79-44CD-AEB0-7515F07F7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1020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55E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5E73"/>
                </a:solidFill>
                <a:latin typeface="Aptos"/>
                <a:ea typeface="Aptos"/>
                <a:cs typeface="Aptos"/>
              </a:rPr>
              <a:t>PROOF OBJECT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A76BE6-99BA-4E74-A762-F1D6478CF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38800"/>
            <a:ext cx="4476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Screenshot crop: Run Trace, milestones, handoff chain and replay boundary.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457ef1e2894ef8"/>
          <a:stretch xmlns:a="http://schemas.openxmlformats.org/drawingml/2006/main"/>
        </p:blipFill>
        <p:spPr>
          <a:xfrm xmlns:a="http://schemas.openxmlformats.org/drawingml/2006/main">
            <a:off x="6305550" y="1642099"/>
            <a:ext cx="5334000" cy="2659402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D2791D-FF9F-488B-97D2-9A72468B4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304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07C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07C72"/>
                </a:solidFill>
                <a:latin typeface="Aptos"/>
                <a:ea typeface="Aptos"/>
                <a:cs typeface="Aptos"/>
              </a:rPr>
              <a:t>RFP TrustRoom - Band of Agents Hackathon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7230E9-0755-4BFC-A352-246E0581D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2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07C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07C72"/>
                </a:solidFill>
                <a:latin typeface="Aptos"/>
                <a:ea typeface="Aptos"/>
                <a:cs typeface="Aptos"/>
              </a:rPr>
              <a:t>4/8</a:t>
            </a:r>
          </a:p>
        </p:txBody>
      </p:sp>
    </p:spTree>
    <p:extLst>
      <p:ext uri="{BB962C8B-B14F-4D97-AF65-F5344CB8AC3E}">
        <p14:creationId xmlns:p14="http://schemas.microsoft.com/office/powerpoint/2010/main" val="130686336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C1B7FA-BC74-4210-BAFB-766064605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770323-4BA7-48AC-8620-1DE3E3C47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55E7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55E73"/>
                </a:solidFill>
                <a:latin typeface="Aptos"/>
                <a:ea typeface="Aptos"/>
                <a:cs typeface="Aptos"/>
              </a:rPr>
              <a:t>ITEM TRACES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E3D771-AF7D-4089-9F3A-32DAE2791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53340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211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6211A"/>
                </a:solidFill>
                <a:latin typeface="Aptos Display"/>
                <a:ea typeface="Aptos Display"/>
                <a:cs typeface="Aptos Display"/>
              </a:rPr>
              <a:t>The system treats happy path, review loop, and blocker path differently.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28989B-AB04-4250-AD41-FB55D2E46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05050"/>
            <a:ext cx="5143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Q-002 is approved with scoped SME context; Q-004 is rewritten after review and legal approval; Q-006 is excluded.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865051-C9AA-48AF-AD66-2BDF0B509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57800"/>
            <a:ext cx="4953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0F5986-BE2E-44D6-96F9-4B443DDB2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1020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55E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5E73"/>
                </a:solidFill>
                <a:latin typeface="Aptos"/>
                <a:ea typeface="Aptos"/>
                <a:cs typeface="Aptos"/>
              </a:rPr>
              <a:t>PROOF OBJECT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DEBFC6-D1B7-4C1A-9DCF-72A3E3081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38800"/>
            <a:ext cx="4476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Representative Item Traces for Q-002, Q-004 and Q-006.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1237c7e06c4fd5"/>
          <a:stretch xmlns:a="http://schemas.openxmlformats.org/drawingml/2006/main"/>
        </p:blipFill>
        <p:spPr>
          <a:xfrm xmlns:a="http://schemas.openxmlformats.org/drawingml/2006/main">
            <a:off x="6305550" y="1737078"/>
            <a:ext cx="5334000" cy="2469444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10D9D9-6E02-4B76-8026-1584D2CE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304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07C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07C72"/>
                </a:solidFill>
                <a:latin typeface="Aptos"/>
                <a:ea typeface="Aptos"/>
                <a:cs typeface="Aptos"/>
              </a:rPr>
              <a:t>RFP TrustRoom - Band of Agents Hackathon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1D6F71-2831-46E2-84B0-861206CE0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2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07C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07C72"/>
                </a:solidFill>
                <a:latin typeface="Aptos"/>
                <a:ea typeface="Aptos"/>
                <a:cs typeface="Aptos"/>
              </a:rPr>
              <a:t>5/8</a:t>
            </a:r>
          </a:p>
        </p:txBody>
      </p:sp>
    </p:spTree>
    <p:extLst>
      <p:ext uri="{BB962C8B-B14F-4D97-AF65-F5344CB8AC3E}">
        <p14:creationId xmlns:p14="http://schemas.microsoft.com/office/powerpoint/2010/main" val="76418811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8E9B3DB-BADF-4DD3-9093-27DF98BA7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A89CD7-5009-4DDB-8123-EA48AFBAE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55E7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55E73"/>
                </a:solidFill>
                <a:latin typeface="Aptos"/>
                <a:ea typeface="Aptos"/>
                <a:cs typeface="Aptos"/>
              </a:rPr>
              <a:t>RISK CONTROL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FB40CA-B727-4D67-BCE1-58E9F1E7C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72390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211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6211A"/>
                </a:solidFill>
                <a:latin typeface="Aptos Display"/>
                <a:ea typeface="Aptos Display"/>
                <a:cs typeface="Aptos Display"/>
              </a:rPr>
              <a:t>High-risk commitments stay out of the pack without valid scoped approval.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61D162-5E6D-4FCA-A5FE-29FB6DFD9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05050"/>
            <a:ext cx="6477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Q-006 has stale/conflicting evidence, no valid approval, final-pack exclusion and a policy-owner follow-up.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8851D4-540B-4074-BE67-30182B503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57800"/>
            <a:ext cx="4953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A3DF90-4CE3-4966-91BF-D1FBA2A0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1020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55E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5E73"/>
                </a:solidFill>
                <a:latin typeface="Aptos"/>
                <a:ea typeface="Aptos"/>
                <a:cs typeface="Aptos"/>
              </a:rPr>
              <a:t>PROOF OBJECT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D0F364-DC39-4D81-8B52-01BDB5BE5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38800"/>
            <a:ext cx="4476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Blocked Impact Path plus approval validity language.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DB34A2-AB52-43E0-9CE4-37ADE1B06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104900"/>
            <a:ext cx="4524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FDC087-641F-4672-AE29-D928F2E48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1219200"/>
            <a:ext cx="42576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stale/conflicting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1C5677-846F-4D80-9475-240AA54BB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1466850"/>
            <a:ext cx="42576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evidence risk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B5A3DE-2A11-4184-84D6-B008FEDA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924050"/>
            <a:ext cx="4524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B3F406-9870-4C9E-89EB-968F18CFC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2038350"/>
            <a:ext cx="42576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needs approval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E6366B-7A59-47B5-9937-E17DB3B76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2286000"/>
            <a:ext cx="42576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review gate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AF4373-6727-4E4F-89B4-005155FCA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743200"/>
            <a:ext cx="4524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5940DC-7614-4755-BC57-02C6D7804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2857500"/>
            <a:ext cx="42576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23A3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23A36"/>
                </a:solidFill>
                <a:latin typeface="Aptos"/>
                <a:ea typeface="Aptos"/>
                <a:cs typeface="Aptos"/>
              </a:rPr>
              <a:t>no valid approval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73EBB7-E0AC-405A-9795-5408E0CA2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3105150"/>
            <a:ext cx="42576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missing scope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E192FE-5EBB-4426-9314-C6FEF17A3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562350"/>
            <a:ext cx="4524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476E09-C281-4AD5-9AD7-DC659E54E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3676650"/>
            <a:ext cx="42576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23A3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23A36"/>
                </a:solidFill>
                <a:latin typeface="Aptos"/>
                <a:ea typeface="Aptos"/>
                <a:cs typeface="Aptos"/>
              </a:rPr>
              <a:t>excluded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D189EC-0D2C-4FAD-8945-C222E96B2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3924300"/>
            <a:ext cx="42576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fail closed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1EE22A-2857-4A22-BE68-B179A943E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4381500"/>
            <a:ext cx="4524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935870-287F-44B0-9FBA-8A2901453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4495800"/>
            <a:ext cx="42576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23A3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23A36"/>
                </a:solidFill>
                <a:latin typeface="Aptos"/>
                <a:ea typeface="Aptos"/>
                <a:cs typeface="Aptos"/>
              </a:rPr>
              <a:t>policy next 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D0419E-BCAB-43B4-9191-2FB56B1D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4743450"/>
            <a:ext cx="42576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next action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41359B-9230-4493-AA9D-571F0D38C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304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07C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07C72"/>
                </a:solidFill>
                <a:latin typeface="Aptos"/>
                <a:ea typeface="Aptos"/>
                <a:cs typeface="Aptos"/>
              </a:rPr>
              <a:t>RFP TrustRoom - Band of Agents Hackathon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C6B851-5A91-4672-B17C-138CDE16D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2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07C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07C72"/>
                </a:solidFill>
                <a:latin typeface="Aptos"/>
                <a:ea typeface="Aptos"/>
                <a:cs typeface="Aptos"/>
              </a:rPr>
              <a:t>6/8</a:t>
            </a:r>
          </a:p>
        </p:txBody>
      </p:sp>
    </p:spTree>
    <p:extLst>
      <p:ext uri="{BB962C8B-B14F-4D97-AF65-F5344CB8AC3E}">
        <p14:creationId xmlns:p14="http://schemas.microsoft.com/office/powerpoint/2010/main" val="194417770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3167B11-E39F-4970-AF6F-482D4E48D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FACE44-83B4-4CFD-88CF-F2B477474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55E7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55E73"/>
                </a:solidFill>
                <a:latin typeface="Aptos"/>
                <a:ea typeface="Aptos"/>
                <a:cs typeface="Aptos"/>
              </a:rPr>
              <a:t>FINAL PACK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121D9F-465C-4A8C-AFD7-023FBBFBC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72390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211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6211A"/>
                </a:solidFill>
                <a:latin typeface="Aptos Display"/>
                <a:ea typeface="Aptos Display"/>
                <a:cs typeface="Aptos Display"/>
              </a:rPr>
              <a:t>The output is a traceable answer pack, not just generated prose.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902388-F13D-4F44-8BBB-6BC32E1A2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05050"/>
            <a:ext cx="6477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Included answers carry evidence, review and approval context; excluded answers keep next actions visible.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A3AC01-AABD-42C8-8DA7-B47BB860F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57800"/>
            <a:ext cx="4953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7469C7-2CC4-44B5-B328-499C4893A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1020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55E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5E73"/>
                </a:solidFill>
                <a:latin typeface="Aptos"/>
                <a:ea typeface="Aptos"/>
                <a:cs typeface="Aptos"/>
              </a:rPr>
              <a:t>PROOF OBJECT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4D8443-5213-4EC6-B4AD-E58551389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38800"/>
            <a:ext cx="4476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Final Pack, evidence index, event refs and replay/live boundary.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4C6A1A-B6FA-4030-AF3B-E6770F6A0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104900"/>
            <a:ext cx="2095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13D740-F04E-44D3-A4C6-66497980D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121920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7/8 included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62C9D3-A87A-4490-B6FF-F4970FBEC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1466850"/>
            <a:ext cx="1828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final pack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097936-53A3-41C0-8BC4-07BC7A648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104900"/>
            <a:ext cx="2095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3EF4F4-279D-4D3E-86F7-8CB555592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121920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1 blocked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6ECCCA-B32C-4937-9866-D26D1D45B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1466850"/>
            <a:ext cx="1828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Q-006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CA4CB6-5389-4AAB-B847-590B3C282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095500"/>
            <a:ext cx="2095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1E2C6C-154B-4B36-86B5-D7D55A0DD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220980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REPLAY mode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ED44CE-D31A-426D-A740-D69EFE7B0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2457450"/>
            <a:ext cx="1828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fallback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D71EFC-93DF-4494-AB6E-0C4451271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095500"/>
            <a:ext cx="2095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B6D64F-2103-4CE1-ACD6-A6883524F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20980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Evidence context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C04DCB-AF3D-40EF-8CF3-B0169FC2F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457450"/>
            <a:ext cx="1828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source basis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D7CE38-2B9F-4AF8-9728-5009DF9C2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086100"/>
            <a:ext cx="2095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BC400E-629B-456B-8B9D-0227F4448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320040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Approval scope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9A19B8-EB21-44BE-BBEA-BD20574BD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3448050"/>
            <a:ext cx="1828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validity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33BC2F-A843-4CDA-8A52-2709C8F5F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086100"/>
            <a:ext cx="2095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DF1AD6-660E-4504-9245-40948FDCB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20040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Event refs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992BC7-A708-42CD-8729-FE6517B2D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448050"/>
            <a:ext cx="1828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trace chips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31626E-DA08-4465-9DA4-4F8B7EA0C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304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07C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07C72"/>
                </a:solidFill>
                <a:latin typeface="Aptos"/>
                <a:ea typeface="Aptos"/>
                <a:cs typeface="Aptos"/>
              </a:rPr>
              <a:t>RFP TrustRoom - Band of Agents Hackathon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C93460-6B47-4447-A628-230051ECA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2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07C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07C72"/>
                </a:solidFill>
                <a:latin typeface="Aptos"/>
                <a:ea typeface="Aptos"/>
                <a:cs typeface="Aptos"/>
              </a:rPr>
              <a:t>7/8</a:t>
            </a:r>
          </a:p>
        </p:txBody>
      </p:sp>
    </p:spTree>
    <p:extLst>
      <p:ext uri="{BB962C8B-B14F-4D97-AF65-F5344CB8AC3E}">
        <p14:creationId xmlns:p14="http://schemas.microsoft.com/office/powerpoint/2010/main" val="203588052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F970EBE-7F84-4F40-B129-7D143765D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04D75C-9A19-411C-9496-DF1D580F6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55E7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55E73"/>
                </a:solidFill>
                <a:latin typeface="Aptos"/>
                <a:ea typeface="Aptos"/>
                <a:cs typeface="Aptos"/>
              </a:rPr>
              <a:t>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6613E0-F329-4CF6-A0D1-256DF6E83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65722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211A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6211A"/>
                </a:solidFill>
                <a:latin typeface="Aptos Display"/>
                <a:ea typeface="Aptos Display"/>
                <a:cs typeface="Aptos Display"/>
              </a:rPr>
              <a:t>A lightweight prototype keeps the demo stable without broadening live claims.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F6B8F0-93E4-476E-9E27-7A35146C1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05050"/>
            <a:ext cx="6477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FastAPI dashboard, public-safe mock/replay, Band REST boundary verified separately, autonomous replies remain a separate gate.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5FB43A-5282-4040-9E6C-5D0886140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57800"/>
            <a:ext cx="4953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74065-3BA0-44A0-B496-B81E1793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1020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55E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5E73"/>
                </a:solidFill>
                <a:latin typeface="Aptos"/>
                <a:ea typeface="Aptos"/>
                <a:cs typeface="Aptos"/>
              </a:rPr>
              <a:t>PROOF OBJECT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1C97FD-7E8F-4C61-AF87-A48A55D99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38800"/>
            <a:ext cx="4476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Architecture map and no-overclaim footer.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4A0FD5-F0D3-4119-B8B4-AA5D1BB4B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524000"/>
            <a:ext cx="3429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C2F4D6-C5B3-4A9F-B743-DD44BC3B1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1638300"/>
            <a:ext cx="3162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FastAPI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93131A-7D8A-49ED-984D-37AFD50B0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1885950"/>
            <a:ext cx="3162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dashboard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DF2615-B572-49F6-B235-D8640207F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343150"/>
            <a:ext cx="3429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D9836B-6167-4E61-A6BA-AFF735C72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2457450"/>
            <a:ext cx="3162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mock/replay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89C234-536E-4E3D-89BC-919D1C7AC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2705100"/>
            <a:ext cx="3162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stable route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08E668-AC3F-44DC-8AA7-A009D23DF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162300"/>
            <a:ext cx="3429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90EEE9-FE4B-4C85-B56D-2BA6EA3D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3276600"/>
            <a:ext cx="3162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Band REST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F148D3-5A30-4B10-B55F-75D8AC729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3524250"/>
            <a:ext cx="3162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verified boundary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3E892E-EC44-4771-8DC5-1EC65F0EF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981450"/>
            <a:ext cx="3429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78E9C0-5FFC-4EA9-B7E3-BF21BA680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4095750"/>
            <a:ext cx="3162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autonomous gate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6332D0-1970-41DD-AA4F-80B0D0A25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4343400"/>
            <a:ext cx="3162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separate gate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3E57FB-4DC5-4791-819E-3213F355B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304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07C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07C72"/>
                </a:solidFill>
                <a:latin typeface="Aptos"/>
                <a:ea typeface="Aptos"/>
                <a:cs typeface="Aptos"/>
              </a:rPr>
              <a:t>RFP TrustRoom - Band of Agents Hackathon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AD70CB-CB87-4A08-9F1A-4C44B3A8F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2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07C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07C72"/>
                </a:solidFill>
                <a:latin typeface="Aptos"/>
                <a:ea typeface="Aptos"/>
                <a:cs typeface="Aptos"/>
              </a:rPr>
              <a:t>8/8</a:t>
            </a:r>
          </a:p>
        </p:txBody>
      </p:sp>
    </p:spTree>
    <p:extLst>
      <p:ext uri="{BB962C8B-B14F-4D97-AF65-F5344CB8AC3E}">
        <p14:creationId xmlns:p14="http://schemas.microsoft.com/office/powerpoint/2010/main" val="20974125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2026-06-13T17:11:31.7780000Z</dcterms:created>
  <dcterms:modified xsi:type="dcterms:W3CDTF">2026-06-13T17:11:31.7780000Z</dcterms:modified>
</coreProperties>
</file>