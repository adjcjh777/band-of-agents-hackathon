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a6298f24ce4303" /><Relationship Type="http://schemas.openxmlformats.org/officeDocument/2006/relationships/extended-properties" Target="/docProps/app.xml" Id="Raefbdb004d4c4bf0" /><Relationship Type="http://schemas.openxmlformats.org/officeDocument/2006/relationships/officeDocument" Target="/ppt/presentation.xml" Id="R1dcbae2fc8fb40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6f10bf210d40b1"/>
  </p:sldMasterIdLst>
  <p:notesMasterIdLst>
    <p:notesMasterId xmlns:r="http://schemas.openxmlformats.org/officeDocument/2006/relationships" r:id="Ref5cd71f8cdc4c14"/>
  </p:notesMasterIdLst>
  <p:sldIdLst>
    <p:sldId xmlns:r="http://schemas.openxmlformats.org/officeDocument/2006/relationships" id="256" r:id="R381cb47f5fdf4ba3"/>
    <p:sldId xmlns:r="http://schemas.openxmlformats.org/officeDocument/2006/relationships" id="257" r:id="Re3ed4c9ec47a4fd3"/>
    <p:sldId xmlns:r="http://schemas.openxmlformats.org/officeDocument/2006/relationships" id="258" r:id="Rdb922a9dd93e48d9"/>
    <p:sldId xmlns:r="http://schemas.openxmlformats.org/officeDocument/2006/relationships" id="259" r:id="R79cbd9ca22814afe"/>
    <p:sldId xmlns:r="http://schemas.openxmlformats.org/officeDocument/2006/relationships" id="260" r:id="R2c6e39e11e064d62"/>
    <p:sldId xmlns:r="http://schemas.openxmlformats.org/officeDocument/2006/relationships" id="261" r:id="Rd818eac22d094640"/>
    <p:sldId xmlns:r="http://schemas.openxmlformats.org/officeDocument/2006/relationships" id="262" r:id="R9c87d43040f54a7b"/>
    <p:sldId xmlns:r="http://schemas.openxmlformats.org/officeDocument/2006/relationships" id="263" r:id="R53f5a1cd0c4449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e82afa221b42a4" /><Relationship Type="http://schemas.openxmlformats.org/officeDocument/2006/relationships/slideMaster" Target="/ppt/slideMasters/slideMaster1.xml" Id="R066f10bf210d40b1" /><Relationship Type="http://schemas.openxmlformats.org/officeDocument/2006/relationships/notesMaster" Target="/ppt/notesMasters/notesMaster1.xml" Id="Ref5cd71f8cdc4c14" /><Relationship Type="http://schemas.openxmlformats.org/officeDocument/2006/relationships/presProps" Target="/ppt/presProps.xml" Id="R6ed5cff831364261" /><Relationship Type="http://schemas.openxmlformats.org/officeDocument/2006/relationships/viewProps" Target="/ppt/viewProps.xml" Id="R36a231e9094f480d" /><Relationship Type="http://schemas.openxmlformats.org/officeDocument/2006/relationships/tableStyles" Target="/ppt/tableStyles.xml" Id="Rca7f72ab55684171" /><Relationship Type="http://schemas.openxmlformats.org/officeDocument/2006/relationships/slide" Target="/ppt/slides/slide1.xml" Id="R381cb47f5fdf4ba3" /><Relationship Type="http://schemas.openxmlformats.org/officeDocument/2006/relationships/slide" Target="/ppt/slides/slide2.xml" Id="Re3ed4c9ec47a4fd3" /><Relationship Type="http://schemas.openxmlformats.org/officeDocument/2006/relationships/slide" Target="/ppt/slides/slide3.xml" Id="Rdb922a9dd93e48d9" /><Relationship Type="http://schemas.openxmlformats.org/officeDocument/2006/relationships/slide" Target="/ppt/slides/slide4.xml" Id="R79cbd9ca22814afe" /><Relationship Type="http://schemas.openxmlformats.org/officeDocument/2006/relationships/slide" Target="/ppt/slides/slide5.xml" Id="R2c6e39e11e064d62" /><Relationship Type="http://schemas.openxmlformats.org/officeDocument/2006/relationships/slide" Target="/ppt/slides/slide6.xml" Id="Rd818eac22d094640" /><Relationship Type="http://schemas.openxmlformats.org/officeDocument/2006/relationships/slide" Target="/ppt/slides/slide7.xml" Id="R9c87d43040f54a7b" /><Relationship Type="http://schemas.openxmlformats.org/officeDocument/2006/relationships/slide" Target="/ppt/slides/slide8.xml" Id="R53f5a1cd0c4449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e0ed1c6c8e4c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fa0ebe30b04860" /><Relationship Type="http://schemas.openxmlformats.org/officeDocument/2006/relationships/notesMaster" Target="/ppt/notesMasters/notesMaster1.xml" Id="R787582d2037c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6e60543c42439b" /><Relationship Type="http://schemas.openxmlformats.org/officeDocument/2006/relationships/notesMaster" Target="/ppt/notesMasters/notesMaster1.xml" Id="R83ce1c3f811041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dcac3a9e01413a" /><Relationship Type="http://schemas.openxmlformats.org/officeDocument/2006/relationships/notesMaster" Target="/ppt/notesMasters/notesMaster1.xml" Id="R3189549792284b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e2156d8738449f" /><Relationship Type="http://schemas.openxmlformats.org/officeDocument/2006/relationships/notesMaster" Target="/ppt/notesMasters/notesMaster1.xml" Id="Ref00664b03b74b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813aa2a67f4b39" /><Relationship Type="http://schemas.openxmlformats.org/officeDocument/2006/relationships/notesMaster" Target="/ppt/notesMasters/notesMaster1.xml" Id="R19b13dc895ec4f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8d53ab89974aac" /><Relationship Type="http://schemas.openxmlformats.org/officeDocument/2006/relationships/notesMaster" Target="/ppt/notesMasters/notesMaster1.xml" Id="Ra42936e37cd145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430cce329644bc" /><Relationship Type="http://schemas.openxmlformats.org/officeDocument/2006/relationships/notesMaster" Target="/ppt/notesMasters/notesMaster1.xml" Id="Rce86c78327b742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8f5474df974221" /><Relationship Type="http://schemas.openxmlformats.org/officeDocument/2006/relationships/notesMaster" Target="/ppt/notesMasters/notesMaster1.xml" Id="R2e5df66650d842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5459ea0994e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8798d03c1d4d5a" /><Relationship Type="http://schemas.openxmlformats.org/officeDocument/2006/relationships/slideLayout" Target="/ppt/slideLayouts/slideLayout1.xml" Id="R337ff1a018ef40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7ff1a018ef40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6ccae90e1468d" /><Relationship Type="http://schemas.openxmlformats.org/officeDocument/2006/relationships/image" Target="/ppt/media/image.png" Id="Rccdba927f81142c2" /><Relationship Type="http://schemas.openxmlformats.org/officeDocument/2006/relationships/notesSlide" Target="/ppt/notesSlides/notesSlide1.xml" Id="R55a5951dc87543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43c21a0334695" /><Relationship Type="http://schemas.openxmlformats.org/officeDocument/2006/relationships/notesSlide" Target="/ppt/notesSlides/notesSlide2.xml" Id="Ra8201c0946e74c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27bb1a96f4721" /><Relationship Type="http://schemas.openxmlformats.org/officeDocument/2006/relationships/notesSlide" Target="/ppt/notesSlides/notesSlide3.xml" Id="R821efe9a38204b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8df5849954df6" /><Relationship Type="http://schemas.openxmlformats.org/officeDocument/2006/relationships/image" Target="/ppt/media/image2.png" Id="R01d11fc7293a4ee1" /><Relationship Type="http://schemas.openxmlformats.org/officeDocument/2006/relationships/notesSlide" Target="/ppt/notesSlides/notesSlide4.xml" Id="Re02ae311c41843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8f953d9ec4097" /><Relationship Type="http://schemas.openxmlformats.org/officeDocument/2006/relationships/image" Target="/ppt/media/image3.png" Id="Rf118d1db4ce64909" /><Relationship Type="http://schemas.openxmlformats.org/officeDocument/2006/relationships/notesSlide" Target="/ppt/notesSlides/notesSlide5.xml" Id="R8afa5ae2473643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1e5744d0c4534" /><Relationship Type="http://schemas.openxmlformats.org/officeDocument/2006/relationships/notesSlide" Target="/ppt/notesSlides/notesSlide6.xml" Id="R2c9fcae992794a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e1e25193f4904" /><Relationship Type="http://schemas.openxmlformats.org/officeDocument/2006/relationships/notesSlide" Target="/ppt/notesSlides/notesSlide7.xml" Id="R012cabd215c749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8e3e80dcf4a7b" /><Relationship Type="http://schemas.openxmlformats.org/officeDocument/2006/relationships/notesSlide" Target="/ppt/notesSlides/notesSlide8.xml" Id="R98b20a87d51347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2852CC-CA87-468C-954F-65BC8CC6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1239B-7F62-44DE-9646-45C104CE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TITLE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0C844-4DD3-443C-BC9A-E645B88F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rPr>
              <a:t>RFP TrustRoom makes RFP response work visible, bounded, and reviewable.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EF24D-FA19-47A8-94BB-B5B59B11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A hackathon working prototype where specialized agents coordinate through Band-style handoffs to build an evidence-backed answer pack.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6F650-73F7-4FA5-808F-C442D961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2DF0F-F0D9-4FE5-B1B3-EE165FDC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PROOF 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A0D79-6E7B-4E06-BF8C-E05FE6A9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Hybrid cover: real replay dashboard plus Intake -&gt; Evidence -&gt; Draft -&gt; Review -&gt; Approval -&gt; Final Pack path.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ba927f81142c2"/>
          <a:stretch xmlns:a="http://schemas.openxmlformats.org/drawingml/2006/main"/>
        </p:blipFill>
        <p:spPr>
          <a:xfrm xmlns:a="http://schemas.openxmlformats.org/drawingml/2006/main">
            <a:off x="8651081" y="1104900"/>
            <a:ext cx="1414463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4317E-E2BA-44C7-A8BC-B385AA43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RFP TrustRoom - Band of Agents Hackathon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58F64-8122-4367-B259-96274641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8073248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6720F1-0461-4FC5-B971-0D629A13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79EB0-7E51-43D3-B736-87395CB9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PAIN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5D251-11AD-4E66-9AF0-F08124C9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rPr>
              <a:t>RFP and security questionnaires fail at the handoff, not only at generation.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8F904-7C07-46AB-8504-B0277FE6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Sales, security, product, legal and SME reviewers need fresh evidence, bounded wording, and visible accountability.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B513F-9A35-4C2E-B3C2-3E3FE967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2D754-817C-4F1E-8493-1566C6A1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PROOF 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B9824-BDAE-4CD4-B9DF-DB764E46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Before-state workflow: scattered requests, stale evidence and risky commitments.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22D64-59BB-41EC-A3FE-186F628F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0490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0A8E4-86DD-49E7-88E9-97F7A863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21920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Sales 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1948C-5F90-4040-997D-514E45F6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46685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request enters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C1409-F504-4D3B-838D-13047870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2405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87630-CED8-4AC2-AEF2-0E718CFA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3835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Security finds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BF15F-4A21-40F9-8455-A2E39F7E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8600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freshness checked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6BA11-24C8-4A77-B2E2-C0A63314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3375C-E2E3-4427-8C3F-8E010E24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85750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Legal bounds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70CB4-ECCC-473F-B208-9B531E06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0515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wording limited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424C6-C3D3-4C70-B2A1-305EE03A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6235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CCD12-6B5D-40B1-A9B0-2ECBFF6C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7665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SME approves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628D9-C334-4C29-88DD-2D13EDAF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2430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scope recorded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65EF4-96D4-49BD-BC7E-36205B0E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8150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BF05E-0F60-42D0-ACAB-CC8CA2C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9580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Owner packs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45DA3-A39C-42FB-B763-C443B800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4345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unsafe item retained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4FB5B-1E2C-4268-BF4A-0F3EC01B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RFP TrustRoom - Band of Agents Hackathon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55023-7E16-4E73-B21B-7AAF389A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7956038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6D328-24A0-431A-AE43-BBF1FBE7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B73DA-6143-4F60-B86D-28367014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BAND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A78CC-D04C-468E-82D9-8CC2DA1B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rPr>
              <a:t>Band is the coordination layer, not a final notification channel.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726C2-FE22-4EBB-B2D6-08C64230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The demo path shows sender -&gt; receiver transitions, shared object refs, task states and a human approval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45046-3A24-4C10-9733-4C4B5AA5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F0101-C84A-4DF7-8750-6082D5C2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PROOF 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8F565-F5CE-4218-8D9B-5EDC3A70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Agent chain: orchestrator -&gt; decomposer -&gt; retriever -&gt; drafter -&gt; reviewer -&gt; human approver.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437D8-699B-42E4-AC7D-89E4668E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049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CBD81-E9E4-4C5E-BD5D-F95CE8D2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2192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FAEE6-2FCA-4E32-B2A1-BB59ABFC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466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assigns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0DC8E-0DCE-400F-A62A-DC2944EE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049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AC507-DE48-49A6-9867-F8015B68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192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decomposer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14B35-C103-409B-9444-82EACE0C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66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triages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5E1C9-E6FD-4141-A48D-5240E72D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240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C0885-FE57-4B43-925D-C2F41A8E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383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retriever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C7FE5-CA4E-48A4-A6F7-2F3D6060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860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retrieves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B7F3C-1A0A-437F-B1F6-FD7F695B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48288-34F7-4328-AFC7-71642248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383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drafter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9A440-2A6E-41A4-BE29-61F95526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860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drafts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544A1-89D2-4B8D-8C58-F95BA367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07E3D-EC9C-4A8D-AA71-DD0B1074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8575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reviewer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C31C2-9708-412C-9AC7-B2F214D4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051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challenges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A774B-4F6A-40C9-BBEB-9C2F882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432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1A2C9-40F7-4961-B7A0-D593366D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human approver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AD474-DF25-49D3-8ADF-CCB56B28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approves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6175A-E3F7-418F-824A-BD869663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RFP TrustRoom - Band of Agents Hackathon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87971C-7CD2-4FFD-A0C7-30CB2F3A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11176705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E1FBEA-B8FB-412A-ACBB-F6A852AB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1CBFE-A433-45A4-B354-50DECC9E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RUN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CAE04-E8DA-416A-B597-2FDC6562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rPr>
              <a:t>Judges can verify the workflow from the first screen.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DC0CE-7456-4BB5-9259-018718F2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The route starts with Executive Decision, proof strip, Business Milestones and Agent Handoff Chain before raw logs.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F82D0-27D9-46DC-AC5E-81F4DCA5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10802-07EE-492D-93AC-C39A19A7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PROOF 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094E2-252A-41E2-BD19-5CD7814B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Screenshot crop: Run Trace, milestones, handoff chain and replay boundary.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11fc7293a4ee1"/>
          <a:stretch xmlns:a="http://schemas.openxmlformats.org/drawingml/2006/main"/>
        </p:blipFill>
        <p:spPr>
          <a:xfrm xmlns:a="http://schemas.openxmlformats.org/drawingml/2006/main">
            <a:off x="7096125" y="1527188"/>
            <a:ext cx="4524375" cy="229867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0F2A0-A01A-4214-9BB2-B9CAC767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RFP TrustRoom - Band of Agents Hackathon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88807-8988-4FD8-93CB-FB4BBA4B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7457859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361006-1E77-406D-A43F-6A1BCA08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6AE02-6A83-4EAE-BF4F-10F62B84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ITEM TRACES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42BBC-47B0-4EC5-802D-F462FEA7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rPr>
              <a:t>The system treats happy path, review loop, and blocker path differently.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8C38C-9422-47B9-9A29-FED7F19C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Q-002 is approved with scoped SME context; Q-004 is rewritten after review and legal approval; Q-006 is excluded.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4EEE3-398B-4617-A32F-B1E6550A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AAD16-EA91-4709-8CC8-7D100447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PROOF 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C0F67-9DEC-40E8-9F6C-15C3D4D0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Representative Item Traces for Q-002, Q-004 and Q-006.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8d1db4ce64909"/>
          <a:stretch xmlns:a="http://schemas.openxmlformats.org/drawingml/2006/main"/>
        </p:blipFill>
        <p:spPr>
          <a:xfrm xmlns:a="http://schemas.openxmlformats.org/drawingml/2006/main">
            <a:off x="7096125" y="1654892"/>
            <a:ext cx="4524375" cy="204326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61A27-653E-49B6-897F-D84893F2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RFP TrustRoom - Band of Agents Hackathon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92234-8FE1-42F5-8D62-F079353B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8737904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6BF383-2133-40A6-9ACA-1A456DA6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1571C-FFBE-4A45-A365-8E321C45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RISK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965CD-3C50-44F2-A0E6-CE6272D0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rPr>
              <a:t>High-risk commitments stay out of the pack without valid scoped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DA6AD-5355-444F-AAED-3B98C2C8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Q-006 has stale/conflicting evidence, no valid approval, final-pack exclusion and a policy-owner follow-up.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ED75F-4E1D-4A5D-BBA9-CFF55A79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ECA13-449D-498D-B20B-D8B1E544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PROOF 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08DA2-A48C-4176-B364-07474C16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Blocked Impact Path plus approval validity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07F29-A84D-41C3-ADA3-AA155B45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0490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C3624-6710-4FB0-9466-19A4EBF9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21920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stale/conflicting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43653-6476-4897-81CC-2208011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46685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evidence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3CAD4-EC11-4B79-9167-9F7C1B7D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2405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4119B-F2B3-4003-9A79-F13EB915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3835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needs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EFC80-38CC-4199-A3C4-AF6FA733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8600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review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657CC-4246-4A34-8099-1016928E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20540-4B1B-4995-A209-B2EBF2E2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85750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3A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3A36"/>
                </a:solidFill>
                <a:latin typeface="Aptos"/>
                <a:ea typeface="Aptos"/>
                <a:cs typeface="Aptos"/>
              </a:rPr>
              <a:t>no valid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8C234-EAB7-4A2F-9B08-46BE9EC5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0515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missing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D3683-732A-4A54-AE26-2EAE4528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6235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944EB-D21E-473D-BEA2-16364953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7665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3A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3A36"/>
                </a:solidFill>
                <a:latin typeface="Aptos"/>
                <a:ea typeface="Aptos"/>
                <a:cs typeface="Aptos"/>
              </a:rPr>
              <a:t>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6180D-5024-4767-8676-DA1340F1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2430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fail closed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3415C-5D78-485C-B59F-A1C208A7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8150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A8B6A-8697-42B8-90E1-51D1A752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9580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3A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3A36"/>
                </a:solidFill>
                <a:latin typeface="Aptos"/>
                <a:ea typeface="Aptos"/>
                <a:cs typeface="Aptos"/>
              </a:rPr>
              <a:t>policy next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446A8-2D46-45EE-80DA-4EDC9786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4345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EB79B-664B-4693-B0F0-6D1ED2A1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RFP TrustRoom - Band of Agents Hackathon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022A9-13FA-4723-B30B-0DD3C5A8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689017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E073E-8083-44BA-8269-495A9EB8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5ADA5-23CF-4FA8-B98F-26EE092F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FINAL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471E7-ACDA-4532-99F8-0D80A082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rPr>
              <a:t>The output is a traceable answer pack, not just generated prose.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FD269-8B0A-48EC-8CB5-F783F911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Included answers carry evidence, review and approval context; excluded answers keep next actions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91232-33A0-4E73-A217-8508D4F2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F2E02-D3FC-493C-8A79-2E469FCE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PROOF 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74B2E-743F-4539-B64B-D553F5E2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Final Pack, evidence index, event refs and replay/live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ACEE0-1F15-4E05-BB67-F39604CD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049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0C88E-1D55-47F1-8E15-FFA48152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2192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7/8 included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D3FF8-9969-4B00-AC33-34289F9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466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final pack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D9054-FD4F-45AD-8B05-3D3199A8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049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5F272-DFA5-4FD7-A8BE-D491CF36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192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1 blocked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FD586-34A7-427C-9E25-3DE11C74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668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Q-006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FEAD7-963D-45DF-922B-78604728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91A92-5889-4546-9809-264BF1B4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098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REPLAY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B9A10-D82A-4233-9823-9D696715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574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6DF54-735F-4769-B3D5-F64BF945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34BFF9-8708-4047-AC1C-D709676B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098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Evidence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89748-A6CA-4186-A3A8-5D815941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source basis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F49A0-9F6D-4877-BD35-547F823D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861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A80BB-19E8-4543-99E3-81A7CA07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004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Approval 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E65BDB-5405-4867-8DD1-5185E8A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4480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validity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FE21C-57CB-46E8-A7A7-78863F64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DC42C7-D665-45F4-8118-49AA0ACC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040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Event refs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9CAE7-6597-4613-9EDF-53ED3B7F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480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trace chips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B2216-41AD-4E68-A163-CC6327EB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RFP TrustRoom - Band of Agents Hackathon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C26561-BB77-407A-B667-4B6FF6EA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159092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000C66-C9AD-40F7-82C3-9EABC8D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32FC6-30B6-4AE4-92C7-69B6C715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852C6-9362-428E-8696-E19882A7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11A"/>
                </a:solidFill>
                <a:latin typeface="Aptos Display"/>
                <a:ea typeface="Aptos Display"/>
                <a:cs typeface="Aptos Display"/>
              </a:rPr>
              <a:t>A lightweight prototype keeps the demo stable while preserving honest live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4D644-5527-4158-AE3A-7BC9D67B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FastAPI dashboard, public-safe mock/replay, Band REST boundary verified separately, autonomous replies remain a separate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B737C-39F1-46B0-8D68-10D50B32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403C3-D0FA-4564-8AFF-894FDE47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5E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5E73"/>
                </a:solidFill>
                <a:latin typeface="Aptos"/>
                <a:ea typeface="Aptos"/>
                <a:cs typeface="Aptos"/>
              </a:rPr>
              <a:t>PROOF OBJECT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F9939-5184-4AA4-A032-6073C894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Architecture map and no-overclaim footer.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65C25-5772-46C1-8484-9ADD203F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0490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400A4-FB6F-4F88-A8D4-55F2CCB3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21920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3B0C1-9C0C-4D86-BC9C-E83AF948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46685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4302A-4CBD-4F61-88DD-EE5F983E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2405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E2B89-49D3-462F-B997-ADCE8531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3835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mock/replay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C4106-F415-44C1-9AD7-B22B9E13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8600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stable 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4B974-F356-4326-8DE6-1DE4B150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48C76-C9C9-4F5D-9989-679EAD32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85750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Band REST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F7EBE-B145-4DC4-A308-443C936E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0515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verified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1522E-1C09-4088-A84A-DBDB3772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6235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8"/>
          </a:solidFill>
          <a:ln xmlns:a="http://schemas.openxmlformats.org/drawingml/2006/main" w="9525">
            <a:solidFill>
              <a:srgbClr val="D9DF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E4DBC-9200-4233-8F3E-222C0B9A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76650"/>
            <a:ext cx="4257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1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11A"/>
                </a:solidFill>
                <a:latin typeface="Aptos"/>
                <a:ea typeface="Aptos"/>
                <a:cs typeface="Aptos"/>
              </a:rPr>
              <a:t>autonomous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42F83-E097-4D2D-8BEC-7071E52A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924300"/>
            <a:ext cx="4257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1"/>
                </a:solidFill>
                <a:latin typeface="Aptos"/>
                <a:ea typeface="Aptos"/>
                <a:cs typeface="Aptos"/>
              </a:rPr>
              <a:t>separate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D2F7C-A210-4639-B728-F6DE0E83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RFP TrustRoom - Band of Agents Hackathon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50C79-7BF5-4205-9A9E-55619B03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07C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07C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004747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2026-06-13T15:54:23.5810000Z</dcterms:created>
  <dcterms:modified xsi:type="dcterms:W3CDTF">2026-06-13T15:54:23.5810000Z</dcterms:modified>
</coreProperties>
</file>